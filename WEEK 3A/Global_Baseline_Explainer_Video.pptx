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gsley Kpoku" userId="dd4bb83065c01be3" providerId="LiveId" clId="{89AC70A3-F0E5-4EC4-B824-4614FF064502}"/>
    <pc:docChg chg="undo custSel delSld modSld">
      <pc:chgData name="Kingsley Kpoku" userId="dd4bb83065c01be3" providerId="LiveId" clId="{89AC70A3-F0E5-4EC4-B824-4614FF064502}" dt="2026-10-01T04:01:05.310" v="54" actId="1076"/>
      <pc:docMkLst>
        <pc:docMk/>
      </pc:docMkLst>
      <pc:sldChg chg="del">
        <pc:chgData name="Kingsley Kpoku" userId="dd4bb83065c01be3" providerId="LiveId" clId="{89AC70A3-F0E5-4EC4-B824-4614FF064502}" dt="2026-10-01T03:10:29.133" v="2" actId="47"/>
        <pc:sldMkLst>
          <pc:docMk/>
          <pc:sldMk cId="0" sldId="257"/>
        </pc:sldMkLst>
      </pc:sldChg>
      <pc:sldChg chg="del">
        <pc:chgData name="Kingsley Kpoku" userId="dd4bb83065c01be3" providerId="LiveId" clId="{89AC70A3-F0E5-4EC4-B824-4614FF064502}" dt="2026-10-01T03:10:29.743" v="3" actId="47"/>
        <pc:sldMkLst>
          <pc:docMk/>
          <pc:sldMk cId="0" sldId="258"/>
        </pc:sldMkLst>
      </pc:sldChg>
      <pc:sldChg chg="addSp modSp mod">
        <pc:chgData name="Kingsley Kpoku" userId="dd4bb83065c01be3" providerId="LiveId" clId="{89AC70A3-F0E5-4EC4-B824-4614FF064502}" dt="2026-10-01T03:14:11.298" v="22" actId="1440"/>
        <pc:sldMkLst>
          <pc:docMk/>
          <pc:sldMk cId="0" sldId="260"/>
        </pc:sldMkLst>
        <pc:spChg chg="mod">
          <ac:chgData name="Kingsley Kpoku" userId="dd4bb83065c01be3" providerId="LiveId" clId="{89AC70A3-F0E5-4EC4-B824-4614FF064502}" dt="2026-10-01T03:13:04.570" v="4" actId="14100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Kingsley Kpoku" userId="dd4bb83065c01be3" providerId="LiveId" clId="{89AC70A3-F0E5-4EC4-B824-4614FF064502}" dt="2026-10-01T03:14:11.298" v="22" actId="1440"/>
          <ac:picMkLst>
            <pc:docMk/>
            <pc:sldMk cId="0" sldId="260"/>
            <ac:picMk id="5" creationId="{0854C694-2F3F-0D53-F40F-5A73A8A6303F}"/>
          </ac:picMkLst>
        </pc:picChg>
      </pc:sldChg>
      <pc:sldChg chg="addSp delSp modSp mod setBg">
        <pc:chgData name="Kingsley Kpoku" userId="dd4bb83065c01be3" providerId="LiveId" clId="{89AC70A3-F0E5-4EC4-B824-4614FF064502}" dt="2026-10-01T04:01:05.310" v="54" actId="1076"/>
        <pc:sldMkLst>
          <pc:docMk/>
          <pc:sldMk cId="0" sldId="261"/>
        </pc:sldMkLst>
        <pc:spChg chg="mod">
          <ac:chgData name="Kingsley Kpoku" userId="dd4bb83065c01be3" providerId="LiveId" clId="{89AC70A3-F0E5-4EC4-B824-4614FF064502}" dt="2026-10-01T03:14:54.536" v="32" actId="26606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Kingsley Kpoku" userId="dd4bb83065c01be3" providerId="LiveId" clId="{89AC70A3-F0E5-4EC4-B824-4614FF064502}" dt="2026-10-01T03:14:54.536" v="32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Kingsley Kpoku" userId="dd4bb83065c01be3" providerId="LiveId" clId="{89AC70A3-F0E5-4EC4-B824-4614FF064502}" dt="2026-10-01T03:14:54.522" v="31" actId="26606"/>
          <ac:spMkLst>
            <pc:docMk/>
            <pc:sldMk cId="0" sldId="261"/>
            <ac:spMk id="10" creationId="{A2679492-7988-4050-9056-542444452411}"/>
          </ac:spMkLst>
        </pc:spChg>
        <pc:spChg chg="add del">
          <ac:chgData name="Kingsley Kpoku" userId="dd4bb83065c01be3" providerId="LiveId" clId="{89AC70A3-F0E5-4EC4-B824-4614FF064502}" dt="2026-10-01T03:14:54.522" v="31" actId="26606"/>
          <ac:spMkLst>
            <pc:docMk/>
            <pc:sldMk cId="0" sldId="261"/>
            <ac:spMk id="12" creationId="{B091B163-7D61-4891-ABCF-5C13D9C418D0}"/>
          </ac:spMkLst>
        </pc:spChg>
        <pc:spChg chg="add">
          <ac:chgData name="Kingsley Kpoku" userId="dd4bb83065c01be3" providerId="LiveId" clId="{89AC70A3-F0E5-4EC4-B824-4614FF064502}" dt="2026-10-01T03:14:54.536" v="32" actId="26606"/>
          <ac:spMkLst>
            <pc:docMk/>
            <pc:sldMk cId="0" sldId="261"/>
            <ac:spMk id="16" creationId="{2B97F24A-32CE-4C1C-A50D-3016B394DCFB}"/>
          </ac:spMkLst>
        </pc:spChg>
        <pc:spChg chg="add">
          <ac:chgData name="Kingsley Kpoku" userId="dd4bb83065c01be3" providerId="LiveId" clId="{89AC70A3-F0E5-4EC4-B824-4614FF064502}" dt="2026-10-01T03:14:54.536" v="32" actId="26606"/>
          <ac:spMkLst>
            <pc:docMk/>
            <pc:sldMk cId="0" sldId="261"/>
            <ac:spMk id="17" creationId="{CD8B4F24-440B-49E9-B85D-733523DC064B}"/>
          </ac:spMkLst>
        </pc:spChg>
        <pc:picChg chg="add del mod">
          <ac:chgData name="Kingsley Kpoku" userId="dd4bb83065c01be3" providerId="LiveId" clId="{89AC70A3-F0E5-4EC4-B824-4614FF064502}" dt="2026-10-01T04:00:02.827" v="48" actId="478"/>
          <ac:picMkLst>
            <pc:docMk/>
            <pc:sldMk cId="0" sldId="261"/>
            <ac:picMk id="5" creationId="{DF9115BD-27A3-078C-1C66-A188DFF35F3A}"/>
          </ac:picMkLst>
        </pc:picChg>
        <pc:picChg chg="add mod">
          <ac:chgData name="Kingsley Kpoku" userId="dd4bb83065c01be3" providerId="LiveId" clId="{89AC70A3-F0E5-4EC4-B824-4614FF064502}" dt="2026-10-01T04:01:05.310" v="54" actId="1076"/>
          <ac:picMkLst>
            <pc:docMk/>
            <pc:sldMk cId="0" sldId="261"/>
            <ac:picMk id="7" creationId="{0504B823-2D14-2287-6603-C1AA27F49797}"/>
          </ac:picMkLst>
        </pc:picChg>
        <pc:cxnChg chg="add del">
          <ac:chgData name="Kingsley Kpoku" userId="dd4bb83065c01be3" providerId="LiveId" clId="{89AC70A3-F0E5-4EC4-B824-4614FF064502}" dt="2026-10-01T03:14:54.522" v="31" actId="26606"/>
          <ac:cxnSpMkLst>
            <pc:docMk/>
            <pc:sldMk cId="0" sldId="261"/>
            <ac:cxnSpMk id="14" creationId="{C49DA8F6-BCC1-4447-B54C-57856834B94B}"/>
          </ac:cxnSpMkLst>
        </pc:cxnChg>
      </pc:sldChg>
      <pc:sldChg chg="addSp delSp modSp mod setBg">
        <pc:chgData name="Kingsley Kpoku" userId="dd4bb83065c01be3" providerId="LiveId" clId="{89AC70A3-F0E5-4EC4-B824-4614FF064502}" dt="2026-10-01T03:15:42.730" v="47" actId="14100"/>
        <pc:sldMkLst>
          <pc:docMk/>
          <pc:sldMk cId="0" sldId="262"/>
        </pc:sldMkLst>
        <pc:spChg chg="mod">
          <ac:chgData name="Kingsley Kpoku" userId="dd4bb83065c01be3" providerId="LiveId" clId="{89AC70A3-F0E5-4EC4-B824-4614FF064502}" dt="2026-10-01T03:15:32.469" v="44" actId="26606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Kingsley Kpoku" userId="dd4bb83065c01be3" providerId="LiveId" clId="{89AC70A3-F0E5-4EC4-B824-4614FF064502}" dt="2026-10-01T03:15:32.469" v="44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Kingsley Kpoku" userId="dd4bb83065c01be3" providerId="LiveId" clId="{89AC70A3-F0E5-4EC4-B824-4614FF064502}" dt="2026-10-01T03:15:21.686" v="37" actId="26606"/>
          <ac:spMkLst>
            <pc:docMk/>
            <pc:sldMk cId="0" sldId="262"/>
            <ac:spMk id="10" creationId="{2B97F24A-32CE-4C1C-A50D-3016B394DCFB}"/>
          </ac:spMkLst>
        </pc:spChg>
        <pc:spChg chg="add del">
          <ac:chgData name="Kingsley Kpoku" userId="dd4bb83065c01be3" providerId="LiveId" clId="{89AC70A3-F0E5-4EC4-B824-4614FF064502}" dt="2026-10-01T03:15:21.686" v="37" actId="26606"/>
          <ac:spMkLst>
            <pc:docMk/>
            <pc:sldMk cId="0" sldId="262"/>
            <ac:spMk id="12" creationId="{CD8B4F24-440B-49E9-B85D-733523DC064B}"/>
          </ac:spMkLst>
        </pc:spChg>
        <pc:spChg chg="add del">
          <ac:chgData name="Kingsley Kpoku" userId="dd4bb83065c01be3" providerId="LiveId" clId="{89AC70A3-F0E5-4EC4-B824-4614FF064502}" dt="2026-10-01T03:15:22.958" v="39" actId="26606"/>
          <ac:spMkLst>
            <pc:docMk/>
            <pc:sldMk cId="0" sldId="262"/>
            <ac:spMk id="14" creationId="{A8908DB7-C3A6-4FCB-9820-CEE02B398C4A}"/>
          </ac:spMkLst>
        </pc:spChg>
        <pc:spChg chg="add del">
          <ac:chgData name="Kingsley Kpoku" userId="dd4bb83065c01be3" providerId="LiveId" clId="{89AC70A3-F0E5-4EC4-B824-4614FF064502}" dt="2026-10-01T03:15:22.958" v="39" actId="26606"/>
          <ac:spMkLst>
            <pc:docMk/>
            <pc:sldMk cId="0" sldId="262"/>
            <ac:spMk id="15" creationId="{535742DD-1B16-4E9D-B715-0D74B4574A68}"/>
          </ac:spMkLst>
        </pc:spChg>
        <pc:spChg chg="add del">
          <ac:chgData name="Kingsley Kpoku" userId="dd4bb83065c01be3" providerId="LiveId" clId="{89AC70A3-F0E5-4EC4-B824-4614FF064502}" dt="2026-10-01T03:15:32.462" v="43" actId="26606"/>
          <ac:spMkLst>
            <pc:docMk/>
            <pc:sldMk cId="0" sldId="262"/>
            <ac:spMk id="16" creationId="{E6995CE5-F890-4ABA-82A2-26507CE8D2A3}"/>
          </ac:spMkLst>
        </pc:spChg>
        <pc:spChg chg="add del">
          <ac:chgData name="Kingsley Kpoku" userId="dd4bb83065c01be3" providerId="LiveId" clId="{89AC70A3-F0E5-4EC4-B824-4614FF064502}" dt="2026-10-01T03:15:27.723" v="41" actId="26606"/>
          <ac:spMkLst>
            <pc:docMk/>
            <pc:sldMk cId="0" sldId="262"/>
            <ac:spMk id="17" creationId="{32AEEBC8-9D30-42EF-95F2-386C2653FBF0}"/>
          </ac:spMkLst>
        </pc:spChg>
        <pc:spChg chg="add del">
          <ac:chgData name="Kingsley Kpoku" userId="dd4bb83065c01be3" providerId="LiveId" clId="{89AC70A3-F0E5-4EC4-B824-4614FF064502}" dt="2026-10-01T03:15:27.723" v="41" actId="26606"/>
          <ac:spMkLst>
            <pc:docMk/>
            <pc:sldMk cId="0" sldId="262"/>
            <ac:spMk id="18" creationId="{2E92FA66-67D7-4CB4-94D3-E643A9AD4757}"/>
          </ac:spMkLst>
        </pc:spChg>
        <pc:spChg chg="add del">
          <ac:chgData name="Kingsley Kpoku" userId="dd4bb83065c01be3" providerId="LiveId" clId="{89AC70A3-F0E5-4EC4-B824-4614FF064502}" dt="2026-10-01T03:15:32.462" v="43" actId="26606"/>
          <ac:spMkLst>
            <pc:docMk/>
            <pc:sldMk cId="0" sldId="262"/>
            <ac:spMk id="20" creationId="{117AB3D3-3C9C-4DED-809A-78734805B895}"/>
          </ac:spMkLst>
        </pc:spChg>
        <pc:spChg chg="add del">
          <ac:chgData name="Kingsley Kpoku" userId="dd4bb83065c01be3" providerId="LiveId" clId="{89AC70A3-F0E5-4EC4-B824-4614FF064502}" dt="2026-10-01T03:15:32.462" v="43" actId="26606"/>
          <ac:spMkLst>
            <pc:docMk/>
            <pc:sldMk cId="0" sldId="262"/>
            <ac:spMk id="21" creationId="{3A9A4357-BD1D-4622-A4FE-766E6AB8DE84}"/>
          </ac:spMkLst>
        </pc:spChg>
        <pc:spChg chg="add del">
          <ac:chgData name="Kingsley Kpoku" userId="dd4bb83065c01be3" providerId="LiveId" clId="{89AC70A3-F0E5-4EC4-B824-4614FF064502}" dt="2026-10-01T03:15:32.462" v="43" actId="26606"/>
          <ac:spMkLst>
            <pc:docMk/>
            <pc:sldMk cId="0" sldId="262"/>
            <ac:spMk id="22" creationId="{E659831F-0D9A-4C63-9EBB-8435B85A440F}"/>
          </ac:spMkLst>
        </pc:spChg>
        <pc:spChg chg="add">
          <ac:chgData name="Kingsley Kpoku" userId="dd4bb83065c01be3" providerId="LiveId" clId="{89AC70A3-F0E5-4EC4-B824-4614FF064502}" dt="2026-10-01T03:15:32.469" v="44" actId="26606"/>
          <ac:spMkLst>
            <pc:docMk/>
            <pc:sldMk cId="0" sldId="262"/>
            <ac:spMk id="24" creationId="{2B97F24A-32CE-4C1C-A50D-3016B394DCFB}"/>
          </ac:spMkLst>
        </pc:spChg>
        <pc:spChg chg="add">
          <ac:chgData name="Kingsley Kpoku" userId="dd4bb83065c01be3" providerId="LiveId" clId="{89AC70A3-F0E5-4EC4-B824-4614FF064502}" dt="2026-10-01T03:15:32.469" v="44" actId="26606"/>
          <ac:spMkLst>
            <pc:docMk/>
            <pc:sldMk cId="0" sldId="262"/>
            <ac:spMk id="25" creationId="{CD8B4F24-440B-49E9-B85D-733523DC064B}"/>
          </ac:spMkLst>
        </pc:spChg>
        <pc:picChg chg="add mod">
          <ac:chgData name="Kingsley Kpoku" userId="dd4bb83065c01be3" providerId="LiveId" clId="{89AC70A3-F0E5-4EC4-B824-4614FF064502}" dt="2026-10-01T03:15:42.730" v="47" actId="14100"/>
          <ac:picMkLst>
            <pc:docMk/>
            <pc:sldMk cId="0" sldId="262"/>
            <ac:picMk id="5" creationId="{175EDBD1-94FF-9369-5F97-A86894572B6B}"/>
          </ac:picMkLst>
        </pc:picChg>
      </pc:sldChg>
      <pc:sldChg chg="del">
        <pc:chgData name="Kingsley Kpoku" userId="dd4bb83065c01be3" providerId="LiveId" clId="{89AC70A3-F0E5-4EC4-B824-4614FF064502}" dt="2026-10-01T03:09:58.459" v="1" actId="47"/>
        <pc:sldMkLst>
          <pc:docMk/>
          <pc:sldMk cId="0" sldId="264"/>
        </pc:sldMkLst>
      </pc:sldChg>
      <pc:sldChg chg="del">
        <pc:chgData name="Kingsley Kpoku" userId="dd4bb83065c01be3" providerId="LiveId" clId="{89AC70A3-F0E5-4EC4-B824-4614FF064502}" dt="2026-10-01T03:09:47.542" v="0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23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assignment. Explain that the goal is to use movie survey ratings to predict a missing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missing ratings are important because they give the recommendation system something to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global mean provides the baseline for the entire dataset. My calculated global mean is approximately 4.18.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compare each movie's average rating with 4.18. This shows whether the movie is rated higher or lower than the overall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Black Panther has the largest positive adjustment, while See has the largest negative adjustment. These are adjustments, not actual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adjustment adds the participant's own rating behavior to the prediction. It should be calculated for the selected respondent.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results show meaningful differences between movie ratings and the overall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the algorithm provides a simple way to estimate a missing movie rating using information from the whole dataset, the movie, and the participant.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AI was used as a supporting tool and that the final work was reviewed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Global Baseline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/>
            </a:pPr>
            <a:r>
              <a:t>Movie Recommendation System</a:t>
            </a:r>
          </a:p>
          <a:p>
            <a:pPr algn="ctr">
              <a:spcAft>
                <a:spcPts val="1600"/>
              </a:spcAft>
              <a:defRPr sz="2400"/>
            </a:pPr>
            <a:r>
              <a:t>CUNY M.S. in Data Science</a:t>
            </a:r>
          </a:p>
          <a:p>
            <a:pPr algn="ctr">
              <a:spcAft>
                <a:spcPts val="1600"/>
              </a:spcAft>
              <a:defRPr sz="2400"/>
            </a:pPr>
            <a:r>
              <a:t>Kingsley Kojo Kpoku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My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8 participants</a:t>
            </a:r>
          </a:p>
          <a:p>
            <a:pPr>
              <a:spcAft>
                <a:spcPts val="1600"/>
              </a:spcAft>
              <a:defRPr sz="2100"/>
            </a:pPr>
            <a:r>
              <a:t>10 movies</a:t>
            </a:r>
          </a:p>
          <a:p>
            <a:pPr>
              <a:spcAft>
                <a:spcPts val="1600"/>
              </a:spcAft>
              <a:defRPr sz="2100"/>
            </a:pPr>
            <a:r>
              <a:t>Ratings use a 1–5 scale</a:t>
            </a:r>
          </a:p>
          <a:p>
            <a:pPr>
              <a:spcAft>
                <a:spcPts val="1600"/>
              </a:spcAft>
              <a:defRPr sz="2100"/>
            </a:pPr>
            <a:r>
              <a:t>Some ratings are missing (NA)</a:t>
            </a:r>
          </a:p>
          <a:p>
            <a:pPr>
              <a:spcAft>
                <a:spcPts val="1600"/>
              </a:spcAft>
              <a:defRPr sz="2100"/>
            </a:pPr>
            <a:r>
              <a:t>Data is organized in tidy/long format in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The Global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096512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Global Mean = average of all available ratings</a:t>
            </a:r>
          </a:p>
          <a:p>
            <a:pPr>
              <a:spcAft>
                <a:spcPts val="1600"/>
              </a:spcAft>
              <a:defRPr sz="2100"/>
            </a:pPr>
            <a:r>
              <a:t>Missing ratings are excluded</a:t>
            </a:r>
          </a:p>
          <a:p>
            <a:pPr>
              <a:spcAft>
                <a:spcPts val="1600"/>
              </a:spcAft>
              <a:defRPr sz="2100"/>
            </a:pPr>
            <a:r>
              <a:t>Global Mean = 4.18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4C694-2F3F-0D53-F40F-5A73A8A63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69883"/>
            <a:ext cx="7068311" cy="259689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Movie Adjustment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6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200"/>
              <a:t>Movie Adjustment = Movie Average − Global Mean</a:t>
            </a:r>
          </a:p>
          <a:p>
            <a:pPr indent="-228600" defTabSz="914400">
              <a:lnSpc>
                <a:spcPct val="90000"/>
              </a:lnSpc>
              <a:spcAft>
                <a:spcPts val="16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200"/>
              <a:t>Positive value → above the overall average</a:t>
            </a:r>
          </a:p>
          <a:p>
            <a:pPr indent="-228600" defTabSz="914400">
              <a:lnSpc>
                <a:spcPct val="90000"/>
              </a:lnSpc>
              <a:spcAft>
                <a:spcPts val="16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200"/>
              <a:t>Negative value → below the overall average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04B823-2D14-2287-6603-C1AA27F49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651" y="977428"/>
            <a:ext cx="7040880" cy="4572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Movie Results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6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200"/>
              <a:t>Black Panther: +0.39</a:t>
            </a:r>
          </a:p>
          <a:p>
            <a:pPr indent="-228600" defTabSz="914400">
              <a:lnSpc>
                <a:spcPct val="90000"/>
              </a:lnSpc>
              <a:spcAft>
                <a:spcPts val="16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200"/>
              <a:t>Avatar: +0.32</a:t>
            </a:r>
          </a:p>
          <a:p>
            <a:pPr indent="-228600" defTabSz="914400">
              <a:lnSpc>
                <a:spcPct val="90000"/>
              </a:lnSpc>
              <a:spcAft>
                <a:spcPts val="16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200"/>
              <a:t>Game of Thrones: +0.11</a:t>
            </a:r>
          </a:p>
          <a:p>
            <a:pPr indent="-228600" defTabSz="914400">
              <a:lnSpc>
                <a:spcPct val="90000"/>
              </a:lnSpc>
              <a:spcAft>
                <a:spcPts val="16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sz="2200"/>
              <a:t>See: −0.68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EDBD1-94FF-9369-5F97-A86894572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118" y="452387"/>
            <a:ext cx="7739674" cy="51771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User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User Adjustment = User Average − Global Mean</a:t>
            </a:r>
          </a:p>
          <a:p>
            <a:pPr>
              <a:spcAft>
                <a:spcPts val="1600"/>
              </a:spcAft>
              <a:defRPr sz="2100"/>
            </a:pPr>
            <a:r>
              <a:t>Shows whether a participant generally rates higher or lower</a:t>
            </a:r>
          </a:p>
          <a:p>
            <a:pPr>
              <a:spcAft>
                <a:spcPts val="1600"/>
              </a:spcAft>
              <a:defRPr sz="2100"/>
            </a:pPr>
            <a:r>
              <a:t>Calculated for the participant whose missing rating is being predicted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Analytics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Global mean rating: 4.18</a:t>
            </a:r>
          </a:p>
          <a:p>
            <a:pPr>
              <a:spcAft>
                <a:spcPts val="1600"/>
              </a:spcAft>
              <a:defRPr sz="2100"/>
            </a:pPr>
            <a:r>
              <a:t>Black Panther: highest positive adjustment (+0.39)</a:t>
            </a:r>
          </a:p>
          <a:p>
            <a:pPr>
              <a:spcAft>
                <a:spcPts val="1600"/>
              </a:spcAft>
              <a:defRPr sz="2100"/>
            </a:pPr>
            <a:r>
              <a:t>See: largest negative adjustment (−0.68)</a:t>
            </a:r>
          </a:p>
          <a:p>
            <a:pPr>
              <a:spcAft>
                <a:spcPts val="1600"/>
              </a:spcAft>
              <a:defRPr sz="2100"/>
            </a:pPr>
            <a:r>
              <a:t>Movie ratings vary around the global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The Global Baseline Estimate is a simple recommendation approach</a:t>
            </a:r>
          </a:p>
          <a:p>
            <a:pPr>
              <a:spcAft>
                <a:spcPts val="1600"/>
              </a:spcAft>
              <a:defRPr sz="2100"/>
            </a:pPr>
            <a:r>
              <a:t>It combines overall, movie-level, and user-level information</a:t>
            </a:r>
          </a:p>
          <a:p>
            <a:pPr>
              <a:spcAft>
                <a:spcPts val="1600"/>
              </a:spcAft>
              <a:defRPr sz="2100"/>
            </a:pPr>
            <a:r>
              <a:t>It can estimate missing ratings</a:t>
            </a:r>
          </a:p>
          <a:p>
            <a:pPr>
              <a:spcAft>
                <a:spcPts val="1600"/>
              </a:spcAft>
              <a:defRPr sz="2100"/>
            </a:pPr>
            <a:r>
              <a:t>The analysis shows how averages can be turned into a recommendation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ChatGPT was used as a supporting tool</a:t>
            </a:r>
          </a:p>
          <a:p>
            <a:pPr>
              <a:spcAft>
                <a:spcPts val="1600"/>
              </a:spcAft>
              <a:defRPr sz="2100"/>
            </a:pPr>
            <a:r>
              <a:t>Assisted with R coding, concepts, and visualization</a:t>
            </a:r>
          </a:p>
          <a:p>
            <a:pPr>
              <a:spcAft>
                <a:spcPts val="1600"/>
              </a:spcAft>
              <a:defRPr sz="2100"/>
            </a:pPr>
            <a:r>
              <a:t>All code and analytical suggestions were reviewed and tested by 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Global Baseline Estimate</a:t>
            </a:r>
          </a:p>
          <a:p>
            <a:pPr>
              <a:spcAft>
                <a:spcPts val="1600"/>
              </a:spcAft>
              <a:defRPr sz="2100"/>
            </a:pPr>
            <a:r>
              <a:t>Movie Recommendation System</a:t>
            </a:r>
          </a:p>
          <a:p>
            <a:pPr>
              <a:spcAft>
                <a:spcPts val="1600"/>
              </a:spcAft>
              <a:defRPr sz="21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450</Words>
  <Application>Microsoft Office PowerPoint</Application>
  <PresentationFormat>Widescreen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Kingsley Kpoku</cp:lastModifiedBy>
  <cp:revision>1</cp:revision>
  <dcterms:created xsi:type="dcterms:W3CDTF">2013-01-27T09:14:16Z</dcterms:created>
  <dcterms:modified xsi:type="dcterms:W3CDTF">2026-10-01T04:01:14Z</dcterms:modified>
  <cp:category/>
</cp:coreProperties>
</file>